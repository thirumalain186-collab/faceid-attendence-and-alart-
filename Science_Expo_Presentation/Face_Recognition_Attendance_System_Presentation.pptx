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4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AI-Powered Real-Time Attendance &amp; Surveillance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6D6A0"/>
                </a:solidFill>
              </a:defRPr>
            </a:pPr>
            <a:r>
              <a:t>GPU Accelerated Multi-Person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5F5F5"/>
                </a:solidFill>
              </a:defRPr>
            </a:pPr>
            <a:r>
              <a:t>Built using Python + Electron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Team: Saravanan, Praveen, Harish Raj, Tharun Kumar, Sathivel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5F5F5"/>
                </a:solidFill>
              </a:defRPr>
            </a:pPr>
            <a:r>
              <a:t>Department: B.Tech AI &amp; Data Science</a:t>
            </a:r>
            <a:br/>
            <a:r>
              <a:t>College: P.T. Lee Chengalvaraya Naicker College of Engineering &amp;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6D6A0"/>
                </a:solidFill>
              </a:defRPr>
            </a:pPr>
            <a:r>
              <a:t>Problem &amp;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4114800" cy="5303520"/>
          </a:xfrm>
          <a:prstGeom prst="roundRect">
            <a:avLst/>
          </a:prstGeom>
          <a:solidFill>
            <a:srgbClr val="3C1414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3946"/>
                </a:solidFill>
              </a:defRPr>
            </a:pPr>
            <a:r>
              <a:t>❌ PROBLEM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Takes 5-10 mins per class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20-30% proxy attendance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No real-time alerts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Cannot track 10+ people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Human errors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5303520"/>
          </a:xfrm>
          <a:prstGeom prst="roundRect">
            <a:avLst/>
          </a:prstGeom>
          <a:solidFill>
            <a:srgbClr val="143C14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1280160"/>
            <a:ext cx="3566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A9D8F"/>
                </a:solidFill>
              </a:defRPr>
            </a:pPr>
            <a:r>
              <a:t>✅ SOLUTION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Real-time processing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AI face recognition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Unknown person alerts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Detects 20+ people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Automated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6D6A0"/>
                </a:solidFill>
              </a:defRPr>
            </a:pPr>
            <a:r>
              <a:t>Architecture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389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D6A0"/>
                </a:solidFill>
              </a:defRPr>
            </a:pPr>
            <a:r>
              <a:t>💻 Electron UI</a:t>
            </a:r>
          </a:p>
          <a:p>
            <a:pPr lvl="1">
              <a:defRPr sz="1300">
                <a:solidFill>
                  <a:srgbClr val="F5F5F5"/>
                </a:solidFill>
              </a:defRPr>
            </a:pPr>
            <a:r>
              <a:t>Desktop App</a:t>
            </a:r>
          </a:p>
          <a:p>
            <a:pPr algn="ctr">
              <a:defRPr sz="1400">
                <a:solidFill>
                  <a:srgbClr val="06D6A0"/>
                </a:solidFill>
              </a:defRPr>
            </a:pPr>
            <a:r>
              <a:t>↓</a:t>
            </a:r>
          </a:p>
          <a:p>
            <a:pPr>
              <a:defRPr sz="1600" b="1">
                <a:solidFill>
                  <a:srgbClr val="06D6A0"/>
                </a:solidFill>
              </a:defRPr>
            </a:pPr>
            <a:r>
              <a:t>🔗 Flask API</a:t>
            </a:r>
          </a:p>
          <a:p>
            <a:pPr lvl="1">
              <a:defRPr sz="1300">
                <a:solidFill>
                  <a:srgbClr val="F5F5F5"/>
                </a:solidFill>
              </a:defRPr>
            </a:pPr>
            <a:r>
              <a:t>REST Endpoints</a:t>
            </a:r>
          </a:p>
          <a:p>
            <a:pPr algn="ctr">
              <a:defRPr sz="1400">
                <a:solidFill>
                  <a:srgbClr val="06D6A0"/>
                </a:solidFill>
              </a:defRPr>
            </a:pPr>
            <a:r>
              <a:t>↓</a:t>
            </a:r>
          </a:p>
          <a:p>
            <a:pPr>
              <a:defRPr sz="1600" b="1">
                <a:solidFill>
                  <a:srgbClr val="06D6A0"/>
                </a:solidFill>
              </a:defRPr>
            </a:pPr>
            <a:r>
              <a:t>🧠 Python AI Engine</a:t>
            </a:r>
          </a:p>
          <a:p>
            <a:pPr lvl="1">
              <a:defRPr sz="1300">
                <a:solidFill>
                  <a:srgbClr val="F5F5F5"/>
                </a:solidFill>
              </a:defRPr>
            </a:pPr>
            <a:r>
              <a:t>YOLO + Face Rec</a:t>
            </a:r>
          </a:p>
          <a:p>
            <a:pPr algn="ctr">
              <a:defRPr sz="1400">
                <a:solidFill>
                  <a:srgbClr val="06D6A0"/>
                </a:solidFill>
              </a:defRPr>
            </a:pPr>
            <a:r>
              <a:t>↓</a:t>
            </a:r>
          </a:p>
          <a:p>
            <a:pPr>
              <a:defRPr sz="1600" b="1">
                <a:solidFill>
                  <a:srgbClr val="06D6A0"/>
                </a:solidFill>
              </a:defRPr>
            </a:pPr>
            <a:r>
              <a:t>🗄️  Database</a:t>
            </a:r>
          </a:p>
          <a:p>
            <a:pPr lvl="1">
              <a:defRPr sz="1300">
                <a:solidFill>
                  <a:srgbClr val="F5F5F5"/>
                </a:solidFill>
              </a:defRPr>
            </a:pPr>
            <a:r>
              <a:t>SQLite +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6D6A0"/>
                </a:solidFill>
              </a:defRPr>
            </a:pPr>
            <a:r>
              <a:t>🔧 TECH STACK</a:t>
            </a:r>
          </a:p>
          <a:p>
            <a:pPr>
              <a:defRPr sz="1400" b="1">
                <a:solidFill>
                  <a:srgbClr val="2A9D8F"/>
                </a:solidFill>
              </a:defRPr>
            </a:pPr>
            <a:r>
              <a:t>Python 🐍</a:t>
            </a:r>
          </a:p>
          <a:p>
            <a:pPr lvl="1">
              <a:spcAft>
                <a:spcPts val="600"/>
              </a:spcAft>
              <a:defRPr sz="1200">
                <a:solidFill>
                  <a:srgbClr val="F5F5F5"/>
                </a:solidFill>
              </a:defRPr>
            </a:pPr>
            <a:r>
              <a:t>AI Engine</a:t>
            </a:r>
          </a:p>
          <a:p>
            <a:pPr>
              <a:defRPr sz="1400" b="1">
                <a:solidFill>
                  <a:srgbClr val="2A9D8F"/>
                </a:solidFill>
              </a:defRPr>
            </a:pPr>
            <a:r>
              <a:t>YOLO v8</a:t>
            </a:r>
          </a:p>
          <a:p>
            <a:pPr lvl="1">
              <a:spcAft>
                <a:spcPts val="600"/>
              </a:spcAft>
              <a:defRPr sz="1200">
                <a:solidFill>
                  <a:srgbClr val="F5F5F5"/>
                </a:solidFill>
              </a:defRPr>
            </a:pPr>
            <a:r>
              <a:t>GPU Detection</a:t>
            </a:r>
          </a:p>
          <a:p>
            <a:pPr>
              <a:defRPr sz="1400" b="1">
                <a:solidFill>
                  <a:srgbClr val="2A9D8F"/>
                </a:solidFill>
              </a:defRPr>
            </a:pPr>
            <a:r>
              <a:t>LBPH</a:t>
            </a:r>
          </a:p>
          <a:p>
            <a:pPr lvl="1">
              <a:spcAft>
                <a:spcPts val="600"/>
              </a:spcAft>
              <a:defRPr sz="1200">
                <a:solidFill>
                  <a:srgbClr val="F5F5F5"/>
                </a:solidFill>
              </a:defRPr>
            </a:pPr>
            <a:r>
              <a:t>Face Recognition</a:t>
            </a:r>
          </a:p>
          <a:p>
            <a:pPr>
              <a:defRPr sz="1400" b="1">
                <a:solidFill>
                  <a:srgbClr val="2A9D8F"/>
                </a:solidFill>
              </a:defRPr>
            </a:pPr>
            <a:r>
              <a:t>Electron ⚡</a:t>
            </a:r>
          </a:p>
          <a:p>
            <a:pPr lvl="1">
              <a:spcAft>
                <a:spcPts val="600"/>
              </a:spcAft>
              <a:defRPr sz="1200">
                <a:solidFill>
                  <a:srgbClr val="F5F5F5"/>
                </a:solidFill>
              </a:defRPr>
            </a:pPr>
            <a:r>
              <a:t>Desktop UI</a:t>
            </a:r>
          </a:p>
          <a:p>
            <a:pPr>
              <a:defRPr sz="1400" b="1">
                <a:solidFill>
                  <a:srgbClr val="2A9D8F"/>
                </a:solidFill>
              </a:defRPr>
            </a:pPr>
            <a:r>
              <a:t>Flask</a:t>
            </a:r>
          </a:p>
          <a:p>
            <a:pPr lvl="1">
              <a:spcAft>
                <a:spcPts val="600"/>
              </a:spcAft>
              <a:defRPr sz="1200">
                <a:solidFill>
                  <a:srgbClr val="F5F5F5"/>
                </a:solidFill>
              </a:defRPr>
            </a:pPr>
            <a:r>
              <a:t>API Server</a:t>
            </a:r>
          </a:p>
          <a:p>
            <a:pPr>
              <a:defRPr sz="1400" b="1">
                <a:solidFill>
                  <a:srgbClr val="2A9D8F"/>
                </a:solidFill>
              </a:defRPr>
            </a:pPr>
            <a:r>
              <a:t>SQLite</a:t>
            </a:r>
          </a:p>
          <a:p>
            <a:pPr lvl="1">
              <a:spcAft>
                <a:spcPts val="600"/>
              </a:spcAft>
              <a:defRPr sz="1200">
                <a:solidFill>
                  <a:srgbClr val="F5F5F5"/>
                </a:solidFill>
              </a:defRPr>
            </a:pPr>
            <a:r>
              <a:t>Database</a:t>
            </a:r>
          </a:p>
          <a:p>
            <a:pPr>
              <a:defRPr sz="1400" b="1">
                <a:solidFill>
                  <a:srgbClr val="2A9D8F"/>
                </a:solidFill>
              </a:defRPr>
            </a:pPr>
            <a:r>
              <a:t>GPU (CUDA)</a:t>
            </a:r>
          </a:p>
          <a:p>
            <a:pPr lvl="1">
              <a:spcAft>
                <a:spcPts val="600"/>
              </a:spcAft>
              <a:defRPr sz="1200">
                <a:solidFill>
                  <a:srgbClr val="F5F5F5"/>
                </a:solidFill>
              </a:defRPr>
            </a:pPr>
            <a:r>
              <a:t>Acceleration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6D6A0"/>
                </a:solidFill>
              </a:defRPr>
            </a:pPr>
            <a:r>
              <a:t>Key Features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389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6D6A0"/>
                </a:solidFill>
              </a:defRPr>
            </a:pPr>
            <a:r>
              <a:t>🎯 FEATURES</a:t>
            </a:r>
          </a:p>
          <a:p>
            <a:pPr>
              <a:defRPr sz="1500" b="1">
                <a:solidFill>
                  <a:srgbClr val="2A9D8F"/>
                </a:solidFill>
              </a:defRPr>
            </a:pPr>
            <a:r>
              <a:t>✅ 20+ People Detection</a:t>
            </a:r>
          </a:p>
          <a:p>
            <a:pPr lvl="1">
              <a:spcAft>
                <a:spcPts val="800"/>
              </a:spcAft>
              <a:defRPr sz="1300">
                <a:solidFill>
                  <a:srgbClr val="F5F5F5"/>
                </a:solidFill>
              </a:defRPr>
            </a:pPr>
            <a:r>
              <a:t>Simultaneous</a:t>
            </a:r>
          </a:p>
          <a:p>
            <a:pPr>
              <a:defRPr sz="1500" b="1">
                <a:solidFill>
                  <a:srgbClr val="2A9D8F"/>
                </a:solidFill>
              </a:defRPr>
            </a:pPr>
            <a:r>
              <a:t>⚡ 150ms per frame</a:t>
            </a:r>
          </a:p>
          <a:p>
            <a:pPr lvl="1">
              <a:spcAft>
                <a:spcPts val="800"/>
              </a:spcAft>
              <a:defRPr sz="1300">
                <a:solidFill>
                  <a:srgbClr val="F5F5F5"/>
                </a:solidFill>
              </a:defRPr>
            </a:pPr>
            <a:r>
              <a:t>GPU Accelerated</a:t>
            </a:r>
          </a:p>
          <a:p>
            <a:pPr>
              <a:defRPr sz="1500" b="1">
                <a:solidFill>
                  <a:srgbClr val="2A9D8F"/>
                </a:solidFill>
              </a:defRPr>
            </a:pPr>
            <a:r>
              <a:t>🎯 95% Accuracy</a:t>
            </a:r>
          </a:p>
          <a:p>
            <a:pPr lvl="1">
              <a:spcAft>
                <a:spcPts val="800"/>
              </a:spcAft>
              <a:defRPr sz="1300">
                <a:solidFill>
                  <a:srgbClr val="F5F5F5"/>
                </a:solidFill>
              </a:defRPr>
            </a:pPr>
            <a:r>
              <a:t>Pre-trained model</a:t>
            </a:r>
          </a:p>
          <a:p>
            <a:pPr>
              <a:defRPr sz="1500" b="1">
                <a:solidFill>
                  <a:srgbClr val="2A9D8F"/>
                </a:solidFill>
              </a:defRPr>
            </a:pPr>
            <a:r>
              <a:t>⚠️  Unknown Alerts</a:t>
            </a:r>
          </a:p>
          <a:p>
            <a:pPr lvl="1">
              <a:spcAft>
                <a:spcPts val="800"/>
              </a:spcAft>
              <a:defRPr sz="1300">
                <a:solidFill>
                  <a:srgbClr val="F5F5F5"/>
                </a:solidFill>
              </a:defRPr>
            </a:pPr>
            <a:r>
              <a:t>Email + Photo</a:t>
            </a:r>
          </a:p>
          <a:p>
            <a:pPr>
              <a:defRPr sz="1500" b="1">
                <a:solidFill>
                  <a:srgbClr val="2A9D8F"/>
                </a:solidFill>
              </a:defRPr>
            </a:pPr>
            <a:r>
              <a:t>💻 Easy Desktop UI</a:t>
            </a:r>
          </a:p>
          <a:p>
            <a:pPr lvl="1">
              <a:spcAft>
                <a:spcPts val="800"/>
              </a:spcAft>
              <a:defRPr sz="1300">
                <a:solidFill>
                  <a:srgbClr val="F5F5F5"/>
                </a:solidFill>
              </a:defRPr>
            </a:pPr>
            <a:r>
              <a:t>One-click start</a:t>
            </a:r>
          </a:p>
          <a:p>
            <a:pPr>
              <a:defRPr sz="1500" b="1">
                <a:solidFill>
                  <a:srgbClr val="2A9D8F"/>
                </a:solidFill>
              </a:defRPr>
            </a:pPr>
            <a:r>
              <a:t>🔒 Secure Database</a:t>
            </a:r>
          </a:p>
          <a:p>
            <a:pPr lvl="1">
              <a:spcAft>
                <a:spcPts val="800"/>
              </a:spcAft>
              <a:defRPr sz="1300">
                <a:solidFill>
                  <a:srgbClr val="F5F5F5"/>
                </a:solidFill>
              </a:defRPr>
            </a:pPr>
            <a:r>
              <a:t>SQLite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D6A0"/>
                </a:solidFill>
              </a:defRPr>
            </a:pPr>
            <a:r>
              <a:t>Our System</a:t>
            </a:r>
          </a:p>
          <a:p>
            <a:pPr>
              <a:spcAft>
                <a:spcPts val="400"/>
              </a:spcAft>
              <a:defRPr sz="1200" b="0">
                <a:solidFill>
                  <a:srgbClr val="2A9D8F"/>
                </a:solidFill>
              </a:defRPr>
            </a:pPr>
            <a:r>
              <a:t>95% Accuracy</a:t>
            </a:r>
          </a:p>
          <a:p>
            <a:pPr lvl="1"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vs 80% Accuracy / 70% Accuracy</a:t>
            </a:r>
          </a:p>
          <a:p>
            <a:pPr>
              <a:spcAft>
                <a:spcPts val="400"/>
              </a:spcAft>
              <a:defRPr sz="1200" b="0">
                <a:solidFill>
                  <a:srgbClr val="2A9D8F"/>
                </a:solidFill>
              </a:defRPr>
            </a:pPr>
            <a:r>
              <a:t>&lt;30 seconds</a:t>
            </a:r>
          </a:p>
          <a:p>
            <a:pPr lvl="1"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vs 2-3 minutes / 5-10 minutes</a:t>
            </a:r>
          </a:p>
          <a:p>
            <a:pPr>
              <a:spcAft>
                <a:spcPts val="400"/>
              </a:spcAft>
              <a:defRPr sz="1200" b="0">
                <a:solidFill>
                  <a:srgbClr val="2A9D8F"/>
                </a:solidFill>
              </a:defRPr>
            </a:pPr>
            <a:r>
              <a:t>20+ people</a:t>
            </a:r>
          </a:p>
          <a:p>
            <a:pPr lvl="1"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vs 5-10 people / ❌</a:t>
            </a:r>
          </a:p>
          <a:p>
            <a:pPr>
              <a:spcAft>
                <a:spcPts val="400"/>
              </a:spcAft>
              <a:defRPr sz="1200" b="0">
                <a:solidFill>
                  <a:srgbClr val="2A9D8F"/>
                </a:solidFill>
              </a:defRPr>
            </a:pPr>
            <a:r>
              <a:t>Real-time alerts</a:t>
            </a:r>
          </a:p>
          <a:p>
            <a:pPr lvl="1"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vs Delayed / ❌</a:t>
            </a:r>
          </a:p>
          <a:p>
            <a:pPr>
              <a:spcAft>
                <a:spcPts val="400"/>
              </a:spcAft>
              <a:defRPr sz="1200" b="0">
                <a:solidFill>
                  <a:srgbClr val="2A9D8F"/>
                </a:solidFill>
              </a:defRPr>
            </a:pPr>
            <a:r>
              <a:t>GPU Powered</a:t>
            </a:r>
          </a:p>
          <a:p>
            <a:pPr lvl="1"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vs ❌ / 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6D6A0"/>
                </a:solidFill>
              </a:defRPr>
            </a:pPr>
            <a:r>
              <a:t>Live Demo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6D6A0"/>
                </a:solidFill>
              </a:defRPr>
            </a:pPr>
            <a:r>
              <a:t>🎬 DEMONSTRATION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1. Electron Desktop UI launches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2. Flask backend starts automatically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3. Real-time face detection begins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4. Unknown face triggers email alert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5. Attendance marked automatically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800"/>
              </a:spcAft>
              <a:defRPr sz="2000" b="1">
                <a:solidFill>
                  <a:srgbClr val="06D6A0"/>
                </a:solidFill>
              </a:defRPr>
            </a:pPr>
            <a:r>
              <a:t>📊 REAL-TIME METRICS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Detection Speed: 150ms per frame ⚡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Accuracy: 95%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Simultaneous People: 20+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Alert Delivery: &lt;5 seconds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Database Query: &lt;100ms</a:t>
            </a:r>
          </a:p>
          <a:p>
            <a:pPr>
              <a:spcAft>
                <a:spcPts val="1200"/>
              </a:spcAft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6D6A0"/>
                </a:solidFill>
              </a:defRPr>
            </a:pPr>
            <a:r>
              <a:t>Innovation &amp;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389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E63946"/>
                </a:solidFill>
              </a:defRPr>
            </a:pPr>
            <a:r>
              <a:t>🔥 INNOVATION</a:t>
            </a:r>
          </a:p>
          <a:p>
            <a:pPr>
              <a:defRPr sz="1500" b="1">
                <a:solidFill>
                  <a:srgbClr val="06D6A0"/>
                </a:solidFill>
              </a:defRPr>
            </a:pPr>
            <a:r>
              <a:t>Tracking + Recognition</a:t>
            </a:r>
          </a:p>
          <a:p>
            <a:pPr lvl="1">
              <a:spcAft>
                <a:spcPts val="1000"/>
              </a:spcAft>
              <a:defRPr sz="1200">
                <a:solidFill>
                  <a:srgbClr val="F5F5F5"/>
                </a:solidFill>
              </a:defRPr>
            </a:pPr>
            <a:r>
              <a:t>60% speed boost</a:t>
            </a:r>
          </a:p>
          <a:p>
            <a:pPr>
              <a:defRPr sz="1500" b="1">
                <a:solidFill>
                  <a:srgbClr val="06D6A0"/>
                </a:solidFill>
              </a:defRPr>
            </a:pPr>
            <a:r>
              <a:t>Auto Email Alerts</a:t>
            </a:r>
          </a:p>
          <a:p>
            <a:pPr lvl="1">
              <a:spcAft>
                <a:spcPts val="1000"/>
              </a:spcAft>
              <a:defRPr sz="1200">
                <a:solidFill>
                  <a:srgbClr val="F5F5F5"/>
                </a:solidFill>
              </a:defRPr>
            </a:pPr>
            <a:r>
              <a:t>&lt;5 sec delivery</a:t>
            </a:r>
          </a:p>
          <a:p>
            <a:pPr>
              <a:defRPr sz="1500" b="1">
                <a:solidFill>
                  <a:srgbClr val="06D6A0"/>
                </a:solidFill>
              </a:defRPr>
            </a:pPr>
            <a:r>
              <a:t>GPU Optimization</a:t>
            </a:r>
          </a:p>
          <a:p>
            <a:pPr lvl="1">
              <a:spcAft>
                <a:spcPts val="1000"/>
              </a:spcAft>
              <a:defRPr sz="1200">
                <a:solidFill>
                  <a:srgbClr val="F5F5F5"/>
                </a:solidFill>
              </a:defRPr>
            </a:pPr>
            <a:r>
              <a:t>20+ people real-time</a:t>
            </a:r>
          </a:p>
          <a:p>
            <a:pPr>
              <a:defRPr sz="1500" b="1">
                <a:solidFill>
                  <a:srgbClr val="06D6A0"/>
                </a:solidFill>
              </a:defRPr>
            </a:pPr>
            <a:r>
              <a:t>Production Ready</a:t>
            </a:r>
          </a:p>
          <a:p>
            <a:pPr lvl="1">
              <a:spcAft>
                <a:spcPts val="1000"/>
              </a:spcAft>
              <a:defRPr sz="1200">
                <a:solidFill>
                  <a:srgbClr val="F5F5F5"/>
                </a:solidFill>
              </a:defRPr>
            </a:pPr>
            <a:r>
              <a:t>Deploy instantly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A9D8F"/>
                </a:solidFill>
              </a:defRPr>
            </a:pPr>
            <a:r>
              <a:t>🌐 APPLICATIONS</a:t>
            </a:r>
          </a:p>
          <a:p>
            <a:pPr>
              <a:defRPr sz="1500" b="1">
                <a:solidFill>
                  <a:srgbClr val="06D6A0"/>
                </a:solidFill>
              </a:defRPr>
            </a:pPr>
            <a:r>
              <a:t>🏫 Education</a:t>
            </a:r>
          </a:p>
          <a:p>
            <a:pPr lvl="1">
              <a:spcAft>
                <a:spcPts val="1000"/>
              </a:spcAft>
              <a:defRPr sz="1200">
                <a:solidFill>
                  <a:srgbClr val="F5F5F5"/>
                </a:solidFill>
              </a:defRPr>
            </a:pPr>
            <a:r>
              <a:t>Classroom attendance</a:t>
            </a:r>
          </a:p>
          <a:p>
            <a:pPr>
              <a:defRPr sz="1500" b="1">
                <a:solidFill>
                  <a:srgbClr val="06D6A0"/>
                </a:solidFill>
              </a:defRPr>
            </a:pPr>
            <a:r>
              <a:t>🏢 Corporate</a:t>
            </a:r>
          </a:p>
          <a:p>
            <a:pPr lvl="1">
              <a:spcAft>
                <a:spcPts val="1000"/>
              </a:spcAft>
              <a:defRPr sz="1200">
                <a:solidFill>
                  <a:srgbClr val="F5F5F5"/>
                </a:solidFill>
              </a:defRPr>
            </a:pPr>
            <a:r>
              <a:t>Office access control</a:t>
            </a:r>
          </a:p>
          <a:p>
            <a:pPr>
              <a:defRPr sz="1500" b="1">
                <a:solidFill>
                  <a:srgbClr val="06D6A0"/>
                </a:solidFill>
              </a:defRPr>
            </a:pPr>
            <a:r>
              <a:t>🔒 Security</a:t>
            </a:r>
          </a:p>
          <a:p>
            <a:pPr lvl="1">
              <a:spcAft>
                <a:spcPts val="1000"/>
              </a:spcAft>
              <a:defRPr sz="1200">
                <a:solidFill>
                  <a:srgbClr val="F5F5F5"/>
                </a:solidFill>
              </a:defRPr>
            </a:pPr>
            <a:r>
              <a:t>Facility monitoring</a:t>
            </a:r>
          </a:p>
          <a:p>
            <a:pPr>
              <a:defRPr sz="1500" b="1">
                <a:solidFill>
                  <a:srgbClr val="06D6A0"/>
                </a:solidFill>
              </a:defRPr>
            </a:pPr>
            <a:r>
              <a:t>🏦 Banking</a:t>
            </a:r>
          </a:p>
          <a:p>
            <a:pPr lvl="1">
              <a:spcAft>
                <a:spcPts val="1000"/>
              </a:spcAft>
              <a:defRPr sz="1200">
                <a:solidFill>
                  <a:srgbClr val="F5F5F5"/>
                </a:solidFill>
              </a:defRPr>
            </a:pPr>
            <a:r>
              <a:t>Fraud prevention</a:t>
            </a:r>
          </a:p>
          <a:p>
            <a:pPr>
              <a:defRPr sz="1500" b="1">
                <a:solidFill>
                  <a:srgbClr val="06D6A0"/>
                </a:solidFill>
              </a:defRPr>
            </a:pPr>
            <a:r>
              <a:t>📹 Surveillance</a:t>
            </a:r>
          </a:p>
          <a:p>
            <a:pPr lvl="1">
              <a:spcAft>
                <a:spcPts val="1000"/>
              </a:spcAft>
              <a:defRPr sz="1200">
                <a:solidFill>
                  <a:srgbClr val="F5F5F5"/>
                </a:solidFill>
              </a:defRPr>
            </a:pPr>
            <a:r>
              <a:t>Real-time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4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6D6A0"/>
                </a:solidFill>
              </a:defRPr>
            </a:pPr>
            <a:r>
              <a:t>Conclusion &amp; 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6D6A0"/>
                </a:solidFill>
              </a:defRPr>
            </a:pPr>
            <a:r>
              <a:t>✨ KEY TAKEAWAYS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🎯 Real-time face recognition with 95% accuracy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⚡ GPU accelerated processing (150ms per frame)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⚠️  Automatic email alerts for unknown persons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🚀 Production-ready, deployed on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2A9D8F"/>
                </a:solidFill>
              </a:defRPr>
            </a:pPr>
            <a:r>
              <a:t>👉 LIVE DEMO AVAILABLE</a:t>
            </a:r>
          </a:p>
          <a:p>
            <a:pPr algn="ctr">
              <a:defRPr sz="1600">
                <a:solidFill>
                  <a:srgbClr val="F5F5F5"/>
                </a:solidFill>
              </a:defRPr>
            </a:pPr>
            <a:r>
              <a:t>Watch the system detect faces in real-time and trigger email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>
                <a:solidFill>
                  <a:srgbClr val="F5F5F5"/>
                </a:solidFill>
              </a:defRPr>
            </a:pPr>
            <a:r>
              <a:t>Team: Saravanan, Praveen, Harish Raj, Tharun Kumar, Sathivel</a:t>
            </a:r>
          </a:p>
          <a:p>
            <a:pPr algn="ctr">
              <a:spcAft>
                <a:spcPts val="400"/>
              </a:spcAft>
              <a:defRPr sz="1200">
                <a:solidFill>
                  <a:srgbClr val="06D6A0"/>
                </a:solidFill>
              </a:defRPr>
            </a:pPr>
            <a:r>
              <a:t>GitHub: github.com/thirumalain186-collab/FaceID-Attendence-and-Alart-</a:t>
            </a:r>
          </a:p>
          <a:p>
            <a:pPr algn="ctr">
              <a:defRPr sz="1800" b="1">
                <a:solidFill>
                  <a:srgbClr val="2A9D8F"/>
                </a:solidFill>
              </a:defRPr>
            </a:pPr>
            <a:r>
              <a:t>🌟 Where AI Meets Automation 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